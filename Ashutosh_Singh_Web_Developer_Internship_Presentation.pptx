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INTERNSHIP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1-Month Training Program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HTML fundamentals to full-stack deployment — a structured journey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modern web development.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6949440" cy="1783080"/>
          </a:xfrm>
          <a:prstGeom prst="roundRect">
            <a:avLst>
              <a:gd name="adj" fmla="val 5128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590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Singh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4992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49743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25SCS1003003963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5394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5376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&amp; 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5797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57790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2CSE31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four-week, hands-on curriculum covering the full web development lifecycle.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basics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9412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3941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85032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Bootstrap, React, Node.js &amp; MongoDB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1484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0148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1384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Topics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7104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deployment (Heroku/Netlify) &amp; best practices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3556" y="22860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355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63456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09176" y="37947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every skill to a real-world build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— Foundations &amp;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Fundamentals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HTML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HTML tags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forms &amp; tables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78308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Basics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CSS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properties &amp; values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box model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text &amp; elements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178308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Basics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3017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 &amp; operators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(if-else, loops)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events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Advanced Concepts &amp; Frameworks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647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350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08760" y="26974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Flexbox &amp; Grid layout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493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responsive layouts quickly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636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49834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props &amp; state management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647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46520" y="23774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350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40880" y="272491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server; handling requests &amp; responses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38404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8130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0" y="41879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&amp; database fundamentals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— Advanced Topics &amp; 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&amp; Web Services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APIs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 from APIs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own 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78308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deployment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with Heroku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with Netlify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178308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301752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maintainable code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Git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5029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— Capstone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full skill set to a real, industry-style build.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Task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customize a registration form using HTML, CSS and JS skills from the internship.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1568" y="22860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84448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Projects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84448" y="365760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two projects from a list of ten real-world application briefs.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0176" y="22860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63056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Publish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63056" y="365760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both projects and publish them on GitHub or LinkedIn.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58784" y="228600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41664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41664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41664" y="365760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project links along with your name via email for evaluation.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PROJECT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CRM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CRM platform for managing leads, customers, and sales pipelines end-to-end.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862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5184" y="388620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15184" y="38862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8912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4389120"/>
            <a:ext cx="1682496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4389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6002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tracking &amp; deal stages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2186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2186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1513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15137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activity logs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50840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508406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PROJECT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&amp;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platform to visualize, monitor, and analyze business data through interactive dashboards.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862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5184" y="388620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15184" y="38862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89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2706624" cy="384048"/>
          </a:xfrm>
          <a:prstGeom prst="roundRect">
            <a:avLst>
              <a:gd name="adj" fmla="val 50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D3.js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6002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2186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2186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1513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15137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from multiple sources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50840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508406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well-rounded, industry-relevant full-stack skill 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945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690872" y="21945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329184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basics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485632" y="21945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Practices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329184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(Heroku, Netlify)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2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Principles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Internship — 1-Month Program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Singh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25SCS1003003963  |  B.Tech CSE  |  Section 2CSE31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2026-09-12T18:21:26Z</dcterms:created>
  <dcterms:modified xsi:type="dcterms:W3CDTF">2026-09-12T18:21:26Z</dcterms:modified>
</cp:coreProperties>
</file>